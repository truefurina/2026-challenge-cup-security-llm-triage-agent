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FF9D"/>
                </a:solidFill>
                <a:latin typeface="Microsoft YaHei"/>
                <a:ea typeface="Microsoft YaHei"/>
              </a:rPr>
              <a:t>基于 LLM 与确定性规则混合架构的
安全事件研判智能体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D7DEEE"/>
                </a:solidFill>
                <a:latin typeface="Microsoft YaHei"/>
                <a:ea typeface="Microsoft YaHei"/>
              </a:rPr>
              <a:t>安全事件初步研判与误报剔除智能体 · 赛题 XH-202609（自主决策闭环）</a:t>
            </a:r>
          </a:p>
          <a:p>
            <a:pPr algn="ctr"/>
            <a:r>
              <a:rPr sz="1400">
                <a:solidFill>
                  <a:srgbClr val="9AA6C0"/>
                </a:solidFill>
                <a:latin typeface="Microsoft YaHei"/>
                <a:ea typeface="Microsoft YaHei"/>
              </a:rPr>
              <a:t>挑战杯「揭榜挂帅」专项赛 · 杭州安恒信息技术股份有限公司命题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安全运营的三大痛点</a:t>
            </a:r>
          </a:p>
          <a:p>
            <a:r>
              <a:rPr sz="1400">
                <a:solidFill>
                  <a:srgbClr val="9AA6C0"/>
                </a:solidFill>
                <a:latin typeface="Microsoft YaHei"/>
                <a:ea typeface="Microsoft YaHei"/>
              </a:rPr>
              <a:t>为什么需要自主决策智能体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告警泛滥：海量告警淹没真实攻击，分析师疲劳、漏判风险高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误报率高：规则引擎误报多，人工逐条核对成本高、响应慢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大模型直接研判：成本高、延迟大、存在幻觉与格式漂移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核心矛盾：专家经验难以规模化复用，防御体系智能化不足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我们的方案：规则先筛 · LLM 深判 · 人工兜底</a:t>
            </a:r>
          </a:p>
          <a:p>
            <a:r>
              <a:rPr sz="1400">
                <a:solidFill>
                  <a:srgbClr val="9AA6C0"/>
                </a:solidFill>
                <a:latin typeface="Microsoft YaHei"/>
                <a:ea typeface="Microsoft YaHei"/>
              </a:rPr>
              <a:t>确定性预筛 + LLM 决策核心 + 置信度门控 + HITL 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确定性预筛：明确攻击/误报毫秒级裁决，不确定才交给 LLM（节省 70% 调用）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LLM 决策核心：综合多源证据推理裁决，而非「数关键词」硬编码规则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置信度门控 + HITL：低置信不自动处置，人工复核回写形成闭环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整体架构：六层自主决策闭环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输入层：告警 / 日志 / 接口文档接入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① 确定性预筛（毫秒级三态分流）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② LLM 深度研判（DeepSeek/Qwen）+ 置信度门控 + 误报记忆 + RAG grounding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③ 多 Agent 协作：Triage → Hunt → Respond → Report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④ 闭环处置：处置预案 / 工单 / 隔离建议 + HITL 人工复核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⑤ 审计账本（Investigation Ledger）：全证据链可回放、可导出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确定性预筛器（自主初判）</a:t>
            </a:r>
          </a:p>
          <a:p>
            <a:r>
              <a:rPr sz="1400">
                <a:solidFill>
                  <a:srgbClr val="9AA6C0"/>
                </a:solidFill>
                <a:latin typeface="Microsoft YaHei"/>
                <a:ea typeface="Microsoft YaHei"/>
              </a:rPr>
              <a:t>阶段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三态分流：AUTO_CLOSE（误报自动关闭）/ AUTO_ESCALATE（直接定级）/ NEED_LLM（深判）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规则可配置：7 条攻击规则 + 4 条误报规则（data/prefilter_rules.json）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效果：LLM 调用节省率 70%；EVENT-001 攻击 0.2ms 定级，EVENT-002 误报 0.1ms 关闭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置信度门控 + HITL（负责任的自主任）</a:t>
            </a:r>
          </a:p>
          <a:p>
            <a:r>
              <a:rPr sz="1400">
                <a:solidFill>
                  <a:srgbClr val="9AA6C0"/>
                </a:solidFill>
                <a:latin typeface="Microsoft YaHei"/>
                <a:ea typeface="Microsoft YaHei"/>
              </a:rPr>
              <a:t>阶段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置信度数值化：high 0.9 / medium 0.7 / low 0.5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低置信 → needs_human_review=true，不自动处置、不生成高危工单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Web 复核按钮 + 回写 review_feedback.jsonl，供误报记忆复用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多 Agent 协作 + 知识库</a:t>
            </a:r>
          </a:p>
          <a:p>
            <a:r>
              <a:rPr sz="1400">
                <a:solidFill>
                  <a:srgbClr val="9AA6C0"/>
                </a:solidFill>
                <a:latin typeface="Microsoft YaHei"/>
                <a:ea typeface="Microsoft YaHei"/>
              </a:rPr>
              <a:t>阶段 3-4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Triage → Hunt → Respond → Report 顺序协作，前序输出作为后序输入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每 Agent 独立可测、可 mock、失败降级（fail-open 不中断链路）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RAG 知识库：21 条含 MITRE ATT&amp;CK / CVE / 预案，prompt 注入 grounding 依据降幻觉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创新 1：预筛 + LLM 混合架构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市面多数方案：单模型全量研判 → 慢、贵、易幻觉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我们：规则先筛，明确攻击/误报毫秒级裁决，仅灰色地带交给 LLM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价值：快（毫秒级）+ 省（70% 调用）+ 准（LLM 聚焦难例）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创新 2-3：置信门控 + 误报记忆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置信度门控：低置信不自动处置，人工兜底形成闭环（HITL）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误报记忆：相似历史研判注入 prompt（同主机/同进程/同行为加权）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价值：同类误报不重复出现，系统从历史中持续学习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创新 4-5：多 Agent + 审计账本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多 Agent 顺序协作：初判/狩猎/处置/报告各司其职，体现自主决策分工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Investigation Ledger：每次研判的 prompt、LLM 响应、工具调用、证据引用全记录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价值：决策可回放、可审计、可导出，评审可逐条核查依据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三模式对比（核心数据）</a:t>
            </a:r>
          </a:p>
          <a:p>
            <a:r>
              <a:rPr sz="1400">
                <a:solidFill>
                  <a:srgbClr val="9AA6C0"/>
                </a:solidFill>
                <a:latin typeface="Microsoft YaHei"/>
                <a:ea typeface="Microsoft YaHei"/>
              </a:rPr>
              <a:t>同一评测集，真实 DeepSeek 实测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377440"/>
                <a:gridCol w="237744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A1128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模式</a:t>
                      </a:r>
                    </a:p>
                  </a:txBody>
                  <a:tcPr>
                    <a:solidFill>
                      <a:srgbClr val="00FF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A1128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通过率</a:t>
                      </a:r>
                    </a:p>
                  </a:txBody>
                  <a:tcPr>
                    <a:solidFill>
                      <a:srgbClr val="00FF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A1128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成本</a:t>
                      </a:r>
                    </a:p>
                  </a:txBody>
                  <a:tcPr>
                    <a:solidFill>
                      <a:srgbClr val="00FF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A1128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LLM 调用</a:t>
                      </a:r>
                    </a:p>
                  </a:txBody>
                  <a:tcPr>
                    <a:solidFill>
                      <a:srgbClr val="00FF9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纯规则</a:t>
                      </a:r>
                    </a:p>
                  </a:txBody>
                  <a:tcPr>
                    <a:solidFill>
                      <a:srgbClr val="14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低</a:t>
                      </a:r>
                    </a:p>
                  </a:txBody>
                  <a:tcPr>
                    <a:solidFill>
                      <a:srgbClr val="14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14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0/10</a:t>
                      </a:r>
                    </a:p>
                  </a:txBody>
                  <a:tcPr>
                    <a:solidFill>
                      <a:srgbClr val="14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纯 LLM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中（依赖模型）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10/10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预筛+LLM 混合</a:t>
                      </a:r>
                    </a:p>
                  </a:txBody>
                  <a:tcPr>
                    <a:solidFill>
                      <a:srgbClr val="14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90%</a:t>
                      </a:r>
                    </a:p>
                  </a:txBody>
                  <a:tcPr>
                    <a:solidFill>
                      <a:srgbClr val="14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低</a:t>
                      </a:r>
                    </a:p>
                  </a:txBody>
                  <a:tcPr>
                    <a:solidFill>
                      <a:srgbClr val="14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Microsoft YaHei"/>
                          <a:ea typeface="Microsoft YaHei"/>
                        </a:rPr>
                        <a:t>3/10</a:t>
                      </a:r>
                    </a:p>
                  </a:txBody>
                  <a:tcPr>
                    <a:solidFill>
                      <a:srgbClr val="141F3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混合模式通过率最高、成本最低——LLM 决策价值在难例上被精准调用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评测指标</a:t>
            </a:r>
          </a:p>
          <a:p>
            <a:r>
              <a:rPr sz="1400">
                <a:solidFill>
                  <a:srgbClr val="9AA6C0"/>
                </a:solidFill>
                <a:latin typeface="Microsoft YaHei"/>
                <a:ea typeface="Microsoft YaHei"/>
              </a:rPr>
              <a:t>10 案例评测基准（已重标）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综合通过率 90%（风险分级 90% / 误报识别 100% / 事件类型 100%）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输出完整率 100%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误报关闭率 100% · 成本估算 · 置信度校准（高置信 100% 正确）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效率与成本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LLM 调用节省率 70%（预筛分流确定事件，不调模型）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预筛直达毫秒级 vs LLM 深判秒级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Mock 模式零依赖可跑，真实 LLM 一键切换（DEEPSEEK_API_KEY）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业界基准对标与体系化创新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对标：CyberSOCEval / SecRespond / ExCyTIn-Bench（见 docs/BENCHMARK.md）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论证混合架构在安全研判上的合理性与先进性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14 项体系化创新点（见 docs/INNOVATION.md v2.0）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双赛题覆盖：一套系统，两种论证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XH-202614：LLM 是核心决策引擎（三模式对比评测 + 工具调用链）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XH-202609：自主决策闭环（多 Agent + 预筛 + HITL + 记忆 + 审计）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答辩主线：以 LLM 为决策引擎，构建完整自主决策闭环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9D"/>
                </a:solidFill>
                <a:latin typeface="Microsoft YaHei"/>
                <a:ea typeface="Microsoft YaHei"/>
              </a:rPr>
              <a:t>可复现性与落地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64008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Mock 模式零依赖可跑，真实 LLM 一键切换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一键启动：python -m security_agent.cli serve --port 8080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落地场景：红蓝对抗研判、自动化漏洞挖掘辅助、企业 SOC 智能增强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</a:rPr>
              <a:t>•  决赛就绪：支持 3 人 + Agent 人机协同形态（HITL 复核回写）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FF9D"/>
                </a:solidFill>
                <a:latin typeface="Microsoft YaHei"/>
                <a:ea typeface="Microsoft YaHei"/>
              </a:rPr>
              <a:t>谢谢各位评委！</a:t>
            </a:r>
          </a:p>
          <a:p>
            <a:pPr algn="ctr"/>
            <a:r>
              <a:rPr sz="1800">
                <a:solidFill>
                  <a:srgbClr val="D7DEEE"/>
                </a:solidFill>
                <a:latin typeface="Microsoft YaHei"/>
                <a:ea typeface="Microsoft YaHei"/>
              </a:rPr>
              <a:t>Q&amp;A · 团队负责人联系方式见申报表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